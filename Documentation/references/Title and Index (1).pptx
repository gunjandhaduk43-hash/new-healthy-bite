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6858000" cy="9906000" type="A4"/>
  <p:notesSz cx="6858000" cy="9144000"/>
  <p:embeddedFontLst>
    <p:embeddedFont>
      <p:font typeface="Bugaki" panose="020B0604020202020204" charset="0"/>
      <p:regular r:id="rId5"/>
    </p:embeddedFont>
    <p:embeddedFont>
      <p:font typeface="Canva Sans" panose="020B0604020202020204" charset="0"/>
      <p:regular r:id="rId6"/>
    </p:embeddedFont>
    <p:embeddedFont>
      <p:font typeface="Canva Sans Bold" panose="020B0604020202020204" charset="0"/>
      <p:regular r:id="rId7"/>
    </p:embeddedFont>
    <p:embeddedFont>
      <p:font typeface="Lucida Console" panose="020B0609040504020204" pitchFamily="49" charset="0"/>
      <p:regular r:id="rId8"/>
    </p:embeddedFont>
    <p:embeddedFont>
      <p:font typeface="Lucida Console Semi-Bold" panose="020B0604020202020204" charset="0"/>
      <p:regular r:id="rId9"/>
    </p:embeddedFont>
  </p:embeddedFontLst>
  <p:defaultTextStyle>
    <a:defPPr>
      <a:defRPr lang="en-US"/>
    </a:defPPr>
    <a:lvl1pPr marL="0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FD4E5C-1DD5-4650-8693-696E78D423B5}" v="6" dt="2026-10-02T15:30:23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666" y="-1238"/>
      </p:cViewPr>
      <p:guideLst>
        <p:guide orient="horz" pos="2001"/>
        <p:guide pos="261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njan Patel" userId="05827979715e9550" providerId="LiveId" clId="{9C592627-2F48-4F87-84D1-478FE362B464}"/>
    <pc:docChg chg="undo custSel modSld">
      <pc:chgData name="Gunjan Patel" userId="05827979715e9550" providerId="LiveId" clId="{9C592627-2F48-4F87-84D1-478FE362B464}" dt="2026-10-02T15:56:49.832" v="203" actId="1076"/>
      <pc:docMkLst>
        <pc:docMk/>
      </pc:docMkLst>
      <pc:sldChg chg="addSp delSp modSp mod">
        <pc:chgData name="Gunjan Patel" userId="05827979715e9550" providerId="LiveId" clId="{9C592627-2F48-4F87-84D1-478FE362B464}" dt="2026-10-02T15:30:04.994" v="195" actId="1076"/>
        <pc:sldMkLst>
          <pc:docMk/>
          <pc:sldMk cId="0" sldId="256"/>
        </pc:sldMkLst>
        <pc:spChg chg="mod">
          <ac:chgData name="Gunjan Patel" userId="05827979715e9550" providerId="LiveId" clId="{9C592627-2F48-4F87-84D1-478FE362B464}" dt="2026-10-02T15:19:19.688" v="152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Gunjan Patel" userId="05827979715e9550" providerId="LiveId" clId="{9C592627-2F48-4F87-84D1-478FE362B464}" dt="2026-10-02T15:19:20.006" v="153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njan Patel" userId="05827979715e9550" providerId="LiveId" clId="{9C592627-2F48-4F87-84D1-478FE362B464}" dt="2026-10-02T15:25:57.625" v="172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Gunjan Patel" userId="05827979715e9550" providerId="LiveId" clId="{9C592627-2F48-4F87-84D1-478FE362B464}" dt="2026-10-02T15:19:18.907" v="150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Gunjan Patel" userId="05827979715e9550" providerId="LiveId" clId="{9C592627-2F48-4F87-84D1-478FE362B464}" dt="2026-10-02T15:26:44.229" v="184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Gunjan Patel" userId="05827979715e9550" providerId="LiveId" clId="{9C592627-2F48-4F87-84D1-478FE362B464}" dt="2026-10-02T15:26:49.592" v="187" actId="404"/>
          <ac:spMkLst>
            <pc:docMk/>
            <pc:sldMk cId="0" sldId="256"/>
            <ac:spMk id="14" creationId="{00000000-0000-0000-0000-000000000000}"/>
          </ac:spMkLst>
        </pc:spChg>
        <pc:spChg chg="mod">
          <ac:chgData name="Gunjan Patel" userId="05827979715e9550" providerId="LiveId" clId="{9C592627-2F48-4F87-84D1-478FE362B464}" dt="2026-10-02T15:25:24.649" v="169" actId="2711"/>
          <ac:spMkLst>
            <pc:docMk/>
            <pc:sldMk cId="0" sldId="256"/>
            <ac:spMk id="15" creationId="{00000000-0000-0000-0000-000000000000}"/>
          </ac:spMkLst>
        </pc:spChg>
        <pc:spChg chg="add del mod">
          <ac:chgData name="Gunjan Patel" userId="05827979715e9550" providerId="LiveId" clId="{9C592627-2F48-4F87-84D1-478FE362B464}" dt="2026-10-02T15:30:00.633" v="194" actId="1076"/>
          <ac:spMkLst>
            <pc:docMk/>
            <pc:sldMk cId="0" sldId="256"/>
            <ac:spMk id="16" creationId="{00000000-0000-0000-0000-000000000000}"/>
          </ac:spMkLst>
        </pc:spChg>
        <pc:spChg chg="add del mod">
          <ac:chgData name="Gunjan Patel" userId="05827979715e9550" providerId="LiveId" clId="{9C592627-2F48-4F87-84D1-478FE362B464}" dt="2026-10-02T15:24:37.320" v="163" actId="4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Gunjan Patel" userId="05827979715e9550" providerId="LiveId" clId="{9C592627-2F48-4F87-84D1-478FE362B464}" dt="2026-10-02T13:39:08.331" v="51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Gunjan Patel" userId="05827979715e9550" providerId="LiveId" clId="{9C592627-2F48-4F87-84D1-478FE362B464}" dt="2026-10-02T13:39:51.450" v="55" actId="2711"/>
          <ac:spMkLst>
            <pc:docMk/>
            <pc:sldMk cId="0" sldId="256"/>
            <ac:spMk id="20" creationId="{00000000-0000-0000-0000-000000000000}"/>
          </ac:spMkLst>
        </pc:spChg>
        <pc:spChg chg="mod">
          <ac:chgData name="Gunjan Patel" userId="05827979715e9550" providerId="LiveId" clId="{9C592627-2F48-4F87-84D1-478FE362B464}" dt="2026-10-02T15:30:04.994" v="195" actId="1076"/>
          <ac:spMkLst>
            <pc:docMk/>
            <pc:sldMk cId="0" sldId="256"/>
            <ac:spMk id="21" creationId="{00000000-0000-0000-0000-000000000000}"/>
          </ac:spMkLst>
        </pc:spChg>
      </pc:sldChg>
      <pc:sldChg chg="modSp mod">
        <pc:chgData name="Gunjan Patel" userId="05827979715e9550" providerId="LiveId" clId="{9C592627-2F48-4F87-84D1-478FE362B464}" dt="2026-10-02T15:56:49.832" v="203" actId="1076"/>
        <pc:sldMkLst>
          <pc:docMk/>
          <pc:sldMk cId="0" sldId="257"/>
        </pc:sldMkLst>
        <pc:spChg chg="mod">
          <ac:chgData name="Gunjan Patel" userId="05827979715e9550" providerId="LiveId" clId="{9C592627-2F48-4F87-84D1-478FE362B464}" dt="2026-10-02T15:55:29.089" v="196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Gunjan Patel" userId="05827979715e9550" providerId="LiveId" clId="{9C592627-2F48-4F87-84D1-478FE362B464}" dt="2026-10-02T15:55:35.152" v="197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Gunjan Patel" userId="05827979715e9550" providerId="LiveId" clId="{9C592627-2F48-4F87-84D1-478FE362B464}" dt="2026-10-02T15:56:46.031" v="202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Gunjan Patel" userId="05827979715e9550" providerId="LiveId" clId="{9C592627-2F48-4F87-84D1-478FE362B464}" dt="2026-10-02T15:56:25.929" v="200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Gunjan Patel" userId="05827979715e9550" providerId="LiveId" clId="{9C592627-2F48-4F87-84D1-478FE362B464}" dt="2026-10-02T15:56:10.441" v="198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Gunjan Patel" userId="05827979715e9550" providerId="LiveId" clId="{9C592627-2F48-4F87-84D1-478FE362B464}" dt="2026-10-02T15:56:49.832" v="203" actId="1076"/>
          <ac:spMkLst>
            <pc:docMk/>
            <pc:sldMk cId="0" sldId="257"/>
            <ac:spMk id="42" creationId="{00000000-0000-0000-0000-000000000000}"/>
          </ac:spMkLst>
        </pc:spChg>
        <pc:spChg chg="mod">
          <ac:chgData name="Gunjan Patel" userId="05827979715e9550" providerId="LiveId" clId="{9C592627-2F48-4F87-84D1-478FE362B464}" dt="2026-10-02T15:56:32.184" v="201" actId="1076"/>
          <ac:spMkLst>
            <pc:docMk/>
            <pc:sldMk cId="0" sldId="257"/>
            <ac:spMk id="44" creationId="{00000000-0000-0000-0000-000000000000}"/>
          </ac:spMkLst>
        </pc:spChg>
        <pc:spChg chg="mod">
          <ac:chgData name="Gunjan Patel" userId="05827979715e9550" providerId="LiveId" clId="{9C592627-2F48-4F87-84D1-478FE362B464}" dt="2026-10-02T15:56:17.081" v="199" actId="1076"/>
          <ac:spMkLst>
            <pc:docMk/>
            <pc:sldMk cId="0" sldId="257"/>
            <ac:spMk id="4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B0780-2823-46A0-AE7E-33D60C5CF8C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3D2A8-94B0-4D77-AB74-455015DFA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09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2407" y="1973553"/>
            <a:ext cx="7053943" cy="13617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4814" y="3600043"/>
            <a:ext cx="5809129" cy="16235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544" y="4082402"/>
            <a:ext cx="7053943" cy="126178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544" y="2692680"/>
            <a:ext cx="7053943" cy="138972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938" y="1482371"/>
            <a:ext cx="3665284" cy="41926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8534" y="1482371"/>
            <a:ext cx="3665284" cy="41926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38" y="1422076"/>
            <a:ext cx="3666725" cy="59265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4938" y="2014730"/>
            <a:ext cx="3666725" cy="36603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15653" y="1422076"/>
            <a:ext cx="3668166" cy="59265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15653" y="2014730"/>
            <a:ext cx="3668166" cy="36603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938" y="252944"/>
            <a:ext cx="2730234" cy="107648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4583" y="252944"/>
            <a:ext cx="4639235" cy="5422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4938" y="1329428"/>
            <a:ext cx="2730234" cy="434564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6614" y="4447111"/>
            <a:ext cx="4979254" cy="5250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26614" y="567654"/>
            <a:ext cx="4979254" cy="381181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26614" y="4972118"/>
            <a:ext cx="4979254" cy="7455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16598" y="254416"/>
            <a:ext cx="1867220" cy="54206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4938" y="254416"/>
            <a:ext cx="5463348" cy="54206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938" y="254415"/>
            <a:ext cx="7468881" cy="1058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38" y="1482371"/>
            <a:ext cx="7468881" cy="4192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4938" y="5888306"/>
            <a:ext cx="1936376" cy="338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35409" y="5888306"/>
            <a:ext cx="2627939" cy="338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47442" y="5888306"/>
            <a:ext cx="1936376" cy="338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49250" y="6086300"/>
            <a:ext cx="7560000" cy="5027400"/>
          </a:xfrm>
          <a:custGeom>
            <a:avLst/>
            <a:gdLst/>
            <a:ahLst/>
            <a:cxnLst/>
            <a:rect l="l" t="t" r="r" b="b"/>
            <a:pathLst>
              <a:path w="7560000" h="5027400">
                <a:moveTo>
                  <a:pt x="0" y="0"/>
                </a:moveTo>
                <a:lnTo>
                  <a:pt x="7560000" y="0"/>
                </a:lnTo>
                <a:lnTo>
                  <a:pt x="7560000" y="5027400"/>
                </a:lnTo>
                <a:lnTo>
                  <a:pt x="0" y="502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4006087" y="7192816"/>
            <a:ext cx="3399252" cy="3399252"/>
          </a:xfrm>
          <a:custGeom>
            <a:avLst/>
            <a:gdLst/>
            <a:ahLst/>
            <a:cxnLst/>
            <a:rect l="l" t="t" r="r" b="b"/>
            <a:pathLst>
              <a:path w="3399252" h="3399252">
                <a:moveTo>
                  <a:pt x="0" y="0"/>
                </a:moveTo>
                <a:lnTo>
                  <a:pt x="3399251" y="0"/>
                </a:lnTo>
                <a:lnTo>
                  <a:pt x="3399251" y="3399251"/>
                </a:lnTo>
                <a:lnTo>
                  <a:pt x="0" y="3399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-496932" y="-570201"/>
            <a:ext cx="3797956" cy="3797956"/>
          </a:xfrm>
          <a:custGeom>
            <a:avLst/>
            <a:gdLst/>
            <a:ahLst/>
            <a:cxnLst/>
            <a:rect l="l" t="t" r="r" b="b"/>
            <a:pathLst>
              <a:path w="3797956" h="3797956">
                <a:moveTo>
                  <a:pt x="0" y="3797956"/>
                </a:moveTo>
                <a:lnTo>
                  <a:pt x="3797956" y="3797956"/>
                </a:lnTo>
                <a:lnTo>
                  <a:pt x="3797956" y="0"/>
                </a:lnTo>
                <a:lnTo>
                  <a:pt x="0" y="0"/>
                </a:lnTo>
                <a:lnTo>
                  <a:pt x="0" y="379795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597115" y="9009170"/>
            <a:ext cx="2801130" cy="2801130"/>
          </a:xfrm>
          <a:custGeom>
            <a:avLst/>
            <a:gdLst/>
            <a:ahLst/>
            <a:cxnLst/>
            <a:rect l="l" t="t" r="r" b="b"/>
            <a:pathLst>
              <a:path w="2801130" h="2801130">
                <a:moveTo>
                  <a:pt x="0" y="0"/>
                </a:moveTo>
                <a:lnTo>
                  <a:pt x="2801130" y="0"/>
                </a:lnTo>
                <a:lnTo>
                  <a:pt x="2801130" y="2801130"/>
                </a:lnTo>
                <a:lnTo>
                  <a:pt x="0" y="2801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707011" y="5106056"/>
            <a:ext cx="5447479" cy="101080"/>
            <a:chOff x="0" y="0"/>
            <a:chExt cx="1952254" cy="362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2254" cy="36225"/>
            </a:xfrm>
            <a:custGeom>
              <a:avLst/>
              <a:gdLst/>
              <a:ahLst/>
              <a:cxnLst/>
              <a:rect l="l" t="t" r="r" b="b"/>
              <a:pathLst>
                <a:path w="1952254" h="36225">
                  <a:moveTo>
                    <a:pt x="0" y="0"/>
                  </a:moveTo>
                  <a:lnTo>
                    <a:pt x="1952254" y="0"/>
                  </a:lnTo>
                  <a:lnTo>
                    <a:pt x="1952254" y="36225"/>
                  </a:lnTo>
                  <a:lnTo>
                    <a:pt x="0" y="36225"/>
                  </a:lnTo>
                  <a:close/>
                </a:path>
              </a:pathLst>
            </a:custGeom>
            <a:solidFill>
              <a:srgbClr val="EFBD6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952254" cy="64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6524" y="7707102"/>
            <a:ext cx="74955" cy="1999093"/>
            <a:chOff x="0" y="0"/>
            <a:chExt cx="26862" cy="7164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862" cy="716430"/>
            </a:xfrm>
            <a:custGeom>
              <a:avLst/>
              <a:gdLst/>
              <a:ahLst/>
              <a:cxnLst/>
              <a:rect l="l" t="t" r="r" b="b"/>
              <a:pathLst>
                <a:path w="26862" h="716430">
                  <a:moveTo>
                    <a:pt x="0" y="0"/>
                  </a:moveTo>
                  <a:lnTo>
                    <a:pt x="26862" y="0"/>
                  </a:lnTo>
                  <a:lnTo>
                    <a:pt x="26862" y="716430"/>
                  </a:lnTo>
                  <a:lnTo>
                    <a:pt x="0" y="716430"/>
                  </a:lnTo>
                  <a:close/>
                </a:path>
              </a:pathLst>
            </a:custGeom>
            <a:solidFill>
              <a:srgbClr val="EFBD6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6862" cy="745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5113889" y="25209"/>
            <a:ext cx="1293679" cy="1293679"/>
          </a:xfrm>
          <a:custGeom>
            <a:avLst/>
            <a:gdLst/>
            <a:ahLst/>
            <a:cxnLst/>
            <a:rect l="l" t="t" r="r" b="b"/>
            <a:pathLst>
              <a:path w="1293679" h="1293679">
                <a:moveTo>
                  <a:pt x="0" y="0"/>
                </a:moveTo>
                <a:lnTo>
                  <a:pt x="1293679" y="0"/>
                </a:lnTo>
                <a:lnTo>
                  <a:pt x="1293679" y="1293679"/>
                </a:lnTo>
                <a:lnTo>
                  <a:pt x="0" y="12936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3" name="TextBox 13"/>
          <p:cNvSpPr txBox="1"/>
          <p:nvPr/>
        </p:nvSpPr>
        <p:spPr>
          <a:xfrm>
            <a:off x="1323588" y="2539642"/>
            <a:ext cx="3954872" cy="1313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A Project Report        on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0" y="3932652"/>
            <a:ext cx="68580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“Healthy Bite: Digital Menu And</a:t>
            </a:r>
          </a:p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Food Ordering System”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244067" y="5507968"/>
            <a:ext cx="2373366" cy="336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By</a:t>
            </a:r>
            <a:r>
              <a:rPr lang="en-US" sz="203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2046" y="5991542"/>
            <a:ext cx="404708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Gunjan Dhaduk(24CS002UG00595)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791798" y="1347464"/>
            <a:ext cx="1937862" cy="866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26"/>
              </a:lnSpc>
            </a:pPr>
            <a:r>
              <a:rPr lang="en-US" sz="166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DEPARTMENT OF COMPUTER APPLICATIONS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83670" y="8605325"/>
            <a:ext cx="2035381" cy="816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17"/>
              </a:lnSpc>
            </a:pPr>
            <a:endParaRPr lang="en-US" sz="4726" dirty="0">
              <a:solidFill>
                <a:srgbClr val="EFBD68"/>
              </a:solidFill>
              <a:latin typeface="Bugaki"/>
              <a:ea typeface="Bugaki"/>
              <a:cs typeface="Bugaki"/>
              <a:sym typeface="Bugaki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32624" y="7703831"/>
            <a:ext cx="4511250" cy="1675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Submitted in partial fulfillment of the requirements for the degree</a:t>
            </a:r>
          </a:p>
          <a:p>
            <a:pPr>
              <a:lnSpc>
                <a:spcPts val="2239"/>
              </a:lnSpc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Bachelor of Computer Applications</a:t>
            </a:r>
          </a:p>
          <a:p>
            <a:pPr>
              <a:lnSpc>
                <a:spcPts val="2239"/>
              </a:lnSpc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October 2026	</a:t>
            </a:r>
          </a:p>
          <a:p>
            <a:pPr>
              <a:lnSpc>
                <a:spcPts val="2239"/>
              </a:lnSpc>
            </a:pPr>
            <a:endParaRPr lang="en-US" sz="15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>
              <a:lnSpc>
                <a:spcPts val="2239"/>
              </a:lnSpc>
            </a:pPr>
            <a:endParaRPr lang="en-US" sz="15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32624" y="9094690"/>
            <a:ext cx="3102277" cy="582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Guided By: 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Pintukumari Bera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64" y="6343498"/>
            <a:ext cx="339925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Jisna Saji (24CS002UG00578)</a:t>
            </a:r>
            <a:endParaRPr lang="en-IN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9990" y="1990697"/>
            <a:ext cx="2016000" cy="19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59"/>
              </a:lnSpc>
            </a:pPr>
            <a:r>
              <a:rPr lang="en-US" sz="1199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Introduction</a:t>
            </a:r>
          </a:p>
        </p:txBody>
      </p:sp>
      <p:sp>
        <p:nvSpPr>
          <p:cNvPr id="3" name="AutoShape 3"/>
          <p:cNvSpPr/>
          <p:nvPr/>
        </p:nvSpPr>
        <p:spPr>
          <a:xfrm>
            <a:off x="3430750" y="2174514"/>
            <a:ext cx="2664000" cy="0"/>
          </a:xfrm>
          <a:prstGeom prst="line">
            <a:avLst/>
          </a:prstGeom>
          <a:ln w="19050" cap="rnd">
            <a:solidFill>
              <a:srgbClr val="73737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429990" y="2260521"/>
            <a:ext cx="2016000" cy="19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59"/>
              </a:lnSpc>
            </a:pPr>
            <a:r>
              <a:rPr lang="en-US" sz="1199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Objectives</a:t>
            </a:r>
          </a:p>
        </p:txBody>
      </p:sp>
      <p:sp>
        <p:nvSpPr>
          <p:cNvPr id="5" name="AutoShape 5"/>
          <p:cNvSpPr/>
          <p:nvPr/>
        </p:nvSpPr>
        <p:spPr>
          <a:xfrm>
            <a:off x="3430750" y="2453034"/>
            <a:ext cx="2664000" cy="0"/>
          </a:xfrm>
          <a:prstGeom prst="line">
            <a:avLst/>
          </a:prstGeom>
          <a:ln w="19050" cap="rnd">
            <a:solidFill>
              <a:srgbClr val="73737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414750" y="3200400"/>
            <a:ext cx="2016000" cy="19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59"/>
              </a:lnSpc>
            </a:pPr>
            <a:r>
              <a:rPr lang="en-US" sz="1199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Problem Definition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3445990" y="3394710"/>
            <a:ext cx="2664000" cy="0"/>
          </a:xfrm>
          <a:prstGeom prst="line">
            <a:avLst/>
          </a:prstGeom>
          <a:ln w="19050" cap="rnd">
            <a:solidFill>
              <a:srgbClr val="73737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414750" y="3429000"/>
            <a:ext cx="2016000" cy="19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59"/>
              </a:lnSpc>
            </a:pPr>
            <a:r>
              <a:rPr lang="en-US" sz="1199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Feasibility Study</a:t>
            </a:r>
          </a:p>
        </p:txBody>
      </p:sp>
      <p:sp>
        <p:nvSpPr>
          <p:cNvPr id="9" name="AutoShape 9"/>
          <p:cNvSpPr/>
          <p:nvPr/>
        </p:nvSpPr>
        <p:spPr>
          <a:xfrm>
            <a:off x="3445990" y="3568456"/>
            <a:ext cx="2664000" cy="0"/>
          </a:xfrm>
          <a:prstGeom prst="line">
            <a:avLst/>
          </a:prstGeom>
          <a:ln w="19050" cap="rnd">
            <a:solidFill>
              <a:srgbClr val="73737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414750" y="3707765"/>
            <a:ext cx="2016000" cy="19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59"/>
              </a:lnSpc>
            </a:pPr>
            <a:r>
              <a:rPr lang="en-US" sz="1199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SDLC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445990" y="3902075"/>
            <a:ext cx="2664000" cy="0"/>
          </a:xfrm>
          <a:prstGeom prst="line">
            <a:avLst/>
          </a:prstGeom>
          <a:ln w="19050" cap="rnd">
            <a:solidFill>
              <a:srgbClr val="73737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414750" y="4495800"/>
            <a:ext cx="2016000" cy="19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59"/>
              </a:lnSpc>
            </a:pPr>
            <a:r>
              <a:rPr lang="en-US" sz="1199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DFD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430750" y="4680585"/>
            <a:ext cx="2664000" cy="0"/>
          </a:xfrm>
          <a:prstGeom prst="line">
            <a:avLst/>
          </a:prstGeom>
          <a:ln w="19050" cap="rnd">
            <a:solidFill>
              <a:srgbClr val="73737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6063950" y="4688331"/>
            <a:ext cx="360000" cy="23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10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4750" y="4774604"/>
            <a:ext cx="2016000" cy="19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59"/>
              </a:lnSpc>
            </a:pPr>
            <a:r>
              <a:rPr lang="en-US" sz="1199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E-R Diagram </a:t>
            </a:r>
          </a:p>
        </p:txBody>
      </p:sp>
      <p:sp>
        <p:nvSpPr>
          <p:cNvPr id="16" name="AutoShape 16"/>
          <p:cNvSpPr/>
          <p:nvPr/>
        </p:nvSpPr>
        <p:spPr>
          <a:xfrm>
            <a:off x="3399950" y="4937047"/>
            <a:ext cx="2664000" cy="0"/>
          </a:xfrm>
          <a:prstGeom prst="line">
            <a:avLst/>
          </a:prstGeom>
          <a:ln w="19050" cap="rnd">
            <a:solidFill>
              <a:srgbClr val="73737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414750" y="5029200"/>
            <a:ext cx="2016000" cy="19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59"/>
              </a:lnSpc>
            </a:pPr>
            <a:r>
              <a:rPr lang="en-US" sz="1199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Activity Diagram </a:t>
            </a:r>
          </a:p>
        </p:txBody>
      </p:sp>
      <p:sp>
        <p:nvSpPr>
          <p:cNvPr id="18" name="AutoShape 18"/>
          <p:cNvSpPr/>
          <p:nvPr/>
        </p:nvSpPr>
        <p:spPr>
          <a:xfrm>
            <a:off x="3430750" y="5213985"/>
            <a:ext cx="2664000" cy="0"/>
          </a:xfrm>
          <a:prstGeom prst="line">
            <a:avLst/>
          </a:prstGeom>
          <a:ln w="19050" cap="rnd">
            <a:solidFill>
              <a:srgbClr val="73737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Box 25"/>
          <p:cNvSpPr txBox="1"/>
          <p:nvPr/>
        </p:nvSpPr>
        <p:spPr>
          <a:xfrm>
            <a:off x="1270750" y="6791108"/>
            <a:ext cx="2016000" cy="19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59"/>
              </a:lnSpc>
            </a:pPr>
            <a:r>
              <a:rPr lang="en-US" sz="1199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Screenshots</a:t>
            </a:r>
          </a:p>
        </p:txBody>
      </p:sp>
      <p:sp>
        <p:nvSpPr>
          <p:cNvPr id="26" name="AutoShape 26"/>
          <p:cNvSpPr/>
          <p:nvPr/>
        </p:nvSpPr>
        <p:spPr>
          <a:xfrm>
            <a:off x="3286750" y="6975893"/>
            <a:ext cx="2664000" cy="0"/>
          </a:xfrm>
          <a:prstGeom prst="line">
            <a:avLst/>
          </a:prstGeom>
          <a:ln w="19050" cap="rnd">
            <a:solidFill>
              <a:srgbClr val="73737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Box 27"/>
          <p:cNvSpPr txBox="1"/>
          <p:nvPr/>
        </p:nvSpPr>
        <p:spPr>
          <a:xfrm>
            <a:off x="1270750" y="7069628"/>
            <a:ext cx="2016000" cy="19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59"/>
              </a:lnSpc>
            </a:pPr>
            <a:r>
              <a:rPr lang="en-US" sz="1199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Code Explanation</a:t>
            </a:r>
          </a:p>
        </p:txBody>
      </p:sp>
      <p:sp>
        <p:nvSpPr>
          <p:cNvPr id="28" name="AutoShape 28"/>
          <p:cNvSpPr/>
          <p:nvPr/>
        </p:nvSpPr>
        <p:spPr>
          <a:xfrm flipV="1">
            <a:off x="3286750" y="7254413"/>
            <a:ext cx="2664000" cy="0"/>
          </a:xfrm>
          <a:prstGeom prst="line">
            <a:avLst/>
          </a:prstGeom>
          <a:ln w="19050" cap="rnd">
            <a:solidFill>
              <a:srgbClr val="73737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1" name="AutoShape 31"/>
          <p:cNvSpPr/>
          <p:nvPr/>
        </p:nvSpPr>
        <p:spPr>
          <a:xfrm>
            <a:off x="1038864" y="1554858"/>
            <a:ext cx="27937" cy="8052209"/>
          </a:xfrm>
          <a:prstGeom prst="line">
            <a:avLst/>
          </a:prstGeom>
          <a:ln w="1905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2" name="Group 32"/>
          <p:cNvGrpSpPr/>
          <p:nvPr/>
        </p:nvGrpSpPr>
        <p:grpSpPr>
          <a:xfrm>
            <a:off x="-529250" y="157468"/>
            <a:ext cx="7920000" cy="792000"/>
            <a:chOff x="0" y="0"/>
            <a:chExt cx="2838349" cy="283835"/>
          </a:xfrm>
          <a:solidFill>
            <a:srgbClr val="FF9933"/>
          </a:solidFill>
        </p:grpSpPr>
        <p:sp>
          <p:nvSpPr>
            <p:cNvPr id="33" name="Freeform 33"/>
            <p:cNvSpPr/>
            <p:nvPr/>
          </p:nvSpPr>
          <p:spPr>
            <a:xfrm>
              <a:off x="0" y="0"/>
              <a:ext cx="2838349" cy="283835"/>
            </a:xfrm>
            <a:custGeom>
              <a:avLst/>
              <a:gdLst/>
              <a:ahLst/>
              <a:cxnLst/>
              <a:rect l="l" t="t" r="r" b="b"/>
              <a:pathLst>
                <a:path w="2838349" h="283835">
                  <a:moveTo>
                    <a:pt x="0" y="0"/>
                  </a:moveTo>
                  <a:lnTo>
                    <a:pt x="2838349" y="0"/>
                  </a:lnTo>
                  <a:lnTo>
                    <a:pt x="2838349" y="283835"/>
                  </a:lnTo>
                  <a:lnTo>
                    <a:pt x="0" y="28383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2838349" cy="3028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60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10750" y="409641"/>
            <a:ext cx="5040000" cy="331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2799" b="1" spc="179">
                <a:solidFill>
                  <a:srgbClr val="FFFFFF"/>
                </a:solidFill>
                <a:latin typeface="Lucida Console Semi-Bold"/>
                <a:ea typeface="Lucida Console Semi-Bold"/>
                <a:cs typeface="Lucida Console Semi-Bold"/>
                <a:sym typeface="Lucida Console Semi-Bold"/>
              </a:rPr>
              <a:t>TABLE OF CONTENTS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66800" y="1515530"/>
            <a:ext cx="2304000" cy="33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Introduction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094750" y="1970679"/>
            <a:ext cx="360000" cy="23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03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350750" y="9607070"/>
            <a:ext cx="2160000" cy="19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199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Name of Project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6654" y="1515530"/>
            <a:ext cx="432000" cy="33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01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094750" y="2249199"/>
            <a:ext cx="360000" cy="23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04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82400" y="2667001"/>
            <a:ext cx="2880000" cy="33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System 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090620" y="3177360"/>
            <a:ext cx="360000" cy="23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06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6998" y="2668724"/>
            <a:ext cx="432000" cy="33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02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109990" y="3408986"/>
            <a:ext cx="360000" cy="23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07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109990" y="3707765"/>
            <a:ext cx="360000" cy="23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08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82400" y="3962401"/>
            <a:ext cx="2880000" cy="33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System Design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063950" y="4413327"/>
            <a:ext cx="360000" cy="23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09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14387" y="4004538"/>
            <a:ext cx="432000" cy="33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03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063950" y="4985268"/>
            <a:ext cx="360000" cy="23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11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82400" y="5802488"/>
            <a:ext cx="2880000" cy="33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Data Dictionary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3005" y="5802487"/>
            <a:ext cx="432000" cy="33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04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82400" y="6354334"/>
            <a:ext cx="2880000" cy="33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Implementation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040800" y="6772058"/>
            <a:ext cx="360000" cy="23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15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1303" y="6378513"/>
            <a:ext cx="432000" cy="33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05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040800" y="7050578"/>
            <a:ext cx="360000" cy="23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16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14750" y="5307965"/>
            <a:ext cx="2016000" cy="397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59"/>
              </a:lnSpc>
            </a:pPr>
            <a:r>
              <a:rPr lang="en-US" sz="1199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Use Case and Process Diagram</a:t>
            </a:r>
          </a:p>
        </p:txBody>
      </p:sp>
      <p:sp>
        <p:nvSpPr>
          <p:cNvPr id="61" name="AutoShape 61"/>
          <p:cNvSpPr/>
          <p:nvPr/>
        </p:nvSpPr>
        <p:spPr>
          <a:xfrm>
            <a:off x="3430750" y="5492750"/>
            <a:ext cx="2664000" cy="0"/>
          </a:xfrm>
          <a:prstGeom prst="line">
            <a:avLst/>
          </a:prstGeom>
          <a:ln w="19050" cap="rnd">
            <a:solidFill>
              <a:srgbClr val="73737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Box 62"/>
          <p:cNvSpPr txBox="1"/>
          <p:nvPr/>
        </p:nvSpPr>
        <p:spPr>
          <a:xfrm>
            <a:off x="6096000" y="5312410"/>
            <a:ext cx="360000" cy="23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11</a:t>
            </a:r>
          </a:p>
        </p:txBody>
      </p:sp>
      <p:sp>
        <p:nvSpPr>
          <p:cNvPr id="63" name="TextBox 25">
            <a:extLst>
              <a:ext uri="{FF2B5EF4-FFF2-40B4-BE49-F238E27FC236}">
                <a16:creationId xmlns:a16="http://schemas.microsoft.com/office/drawing/2014/main" id="{B9442C98-069A-C52D-DFAB-9B6B4911D612}"/>
              </a:ext>
            </a:extLst>
          </p:cNvPr>
          <p:cNvSpPr txBox="1"/>
          <p:nvPr/>
        </p:nvSpPr>
        <p:spPr>
          <a:xfrm>
            <a:off x="1236720" y="7746856"/>
            <a:ext cx="2016000" cy="19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59"/>
              </a:lnSpc>
            </a:pPr>
            <a:r>
              <a:rPr lang="en-US" sz="1199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Test Case</a:t>
            </a:r>
          </a:p>
        </p:txBody>
      </p:sp>
      <p:sp>
        <p:nvSpPr>
          <p:cNvPr id="64" name="AutoShape 26">
            <a:extLst>
              <a:ext uri="{FF2B5EF4-FFF2-40B4-BE49-F238E27FC236}">
                <a16:creationId xmlns:a16="http://schemas.microsoft.com/office/drawing/2014/main" id="{909A43DD-ED06-4BF2-2823-A85B721EB32B}"/>
              </a:ext>
            </a:extLst>
          </p:cNvPr>
          <p:cNvSpPr/>
          <p:nvPr/>
        </p:nvSpPr>
        <p:spPr>
          <a:xfrm>
            <a:off x="3252720" y="7931641"/>
            <a:ext cx="2664000" cy="0"/>
          </a:xfrm>
          <a:prstGeom prst="line">
            <a:avLst/>
          </a:prstGeom>
          <a:ln w="19050" cap="rnd">
            <a:solidFill>
              <a:srgbClr val="73737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Box 27">
            <a:extLst>
              <a:ext uri="{FF2B5EF4-FFF2-40B4-BE49-F238E27FC236}">
                <a16:creationId xmlns:a16="http://schemas.microsoft.com/office/drawing/2014/main" id="{5ED3C350-3E6E-72F4-F19E-261A76596CD4}"/>
              </a:ext>
            </a:extLst>
          </p:cNvPr>
          <p:cNvSpPr txBox="1"/>
          <p:nvPr/>
        </p:nvSpPr>
        <p:spPr>
          <a:xfrm>
            <a:off x="1236720" y="8025376"/>
            <a:ext cx="2016000" cy="19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59"/>
              </a:lnSpc>
            </a:pPr>
            <a:r>
              <a:rPr lang="en-US" sz="1199" dirty="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Result</a:t>
            </a:r>
          </a:p>
        </p:txBody>
      </p:sp>
      <p:sp>
        <p:nvSpPr>
          <p:cNvPr id="66" name="AutoShape 28">
            <a:extLst>
              <a:ext uri="{FF2B5EF4-FFF2-40B4-BE49-F238E27FC236}">
                <a16:creationId xmlns:a16="http://schemas.microsoft.com/office/drawing/2014/main" id="{4A47C53E-00A2-6EAA-5F60-6D4DB14616BD}"/>
              </a:ext>
            </a:extLst>
          </p:cNvPr>
          <p:cNvSpPr/>
          <p:nvPr/>
        </p:nvSpPr>
        <p:spPr>
          <a:xfrm flipV="1">
            <a:off x="3252720" y="8210161"/>
            <a:ext cx="2664000" cy="0"/>
          </a:xfrm>
          <a:prstGeom prst="line">
            <a:avLst/>
          </a:prstGeom>
          <a:ln w="19050" cap="rnd">
            <a:solidFill>
              <a:srgbClr val="73737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Box 55">
            <a:extLst>
              <a:ext uri="{FF2B5EF4-FFF2-40B4-BE49-F238E27FC236}">
                <a16:creationId xmlns:a16="http://schemas.microsoft.com/office/drawing/2014/main" id="{9CB3B138-1449-C565-8455-A085E9B0500A}"/>
              </a:ext>
            </a:extLst>
          </p:cNvPr>
          <p:cNvSpPr txBox="1"/>
          <p:nvPr/>
        </p:nvSpPr>
        <p:spPr>
          <a:xfrm>
            <a:off x="1082400" y="7310082"/>
            <a:ext cx="2880000" cy="33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Testing</a:t>
            </a:r>
          </a:p>
        </p:txBody>
      </p:sp>
      <p:sp>
        <p:nvSpPr>
          <p:cNvPr id="69" name="TextBox 56">
            <a:extLst>
              <a:ext uri="{FF2B5EF4-FFF2-40B4-BE49-F238E27FC236}">
                <a16:creationId xmlns:a16="http://schemas.microsoft.com/office/drawing/2014/main" id="{F4087125-EDD5-C706-1FAD-738842A2E4FD}"/>
              </a:ext>
            </a:extLst>
          </p:cNvPr>
          <p:cNvSpPr txBox="1"/>
          <p:nvPr/>
        </p:nvSpPr>
        <p:spPr>
          <a:xfrm>
            <a:off x="6040800" y="7727806"/>
            <a:ext cx="360000" cy="23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15</a:t>
            </a:r>
          </a:p>
        </p:txBody>
      </p:sp>
      <p:sp>
        <p:nvSpPr>
          <p:cNvPr id="70" name="TextBox 57">
            <a:extLst>
              <a:ext uri="{FF2B5EF4-FFF2-40B4-BE49-F238E27FC236}">
                <a16:creationId xmlns:a16="http://schemas.microsoft.com/office/drawing/2014/main" id="{78207378-2786-A46A-7C77-FE41335F211A}"/>
              </a:ext>
            </a:extLst>
          </p:cNvPr>
          <p:cNvSpPr txBox="1"/>
          <p:nvPr/>
        </p:nvSpPr>
        <p:spPr>
          <a:xfrm>
            <a:off x="617273" y="7334261"/>
            <a:ext cx="432000" cy="33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06</a:t>
            </a:r>
          </a:p>
        </p:txBody>
      </p:sp>
      <p:sp>
        <p:nvSpPr>
          <p:cNvPr id="71" name="TextBox 58">
            <a:extLst>
              <a:ext uri="{FF2B5EF4-FFF2-40B4-BE49-F238E27FC236}">
                <a16:creationId xmlns:a16="http://schemas.microsoft.com/office/drawing/2014/main" id="{50A389F5-1EF4-342F-5099-409C07DE1A9E}"/>
              </a:ext>
            </a:extLst>
          </p:cNvPr>
          <p:cNvSpPr txBox="1"/>
          <p:nvPr/>
        </p:nvSpPr>
        <p:spPr>
          <a:xfrm>
            <a:off x="6040800" y="8006326"/>
            <a:ext cx="360000" cy="23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737373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16</a:t>
            </a:r>
          </a:p>
        </p:txBody>
      </p:sp>
      <p:sp>
        <p:nvSpPr>
          <p:cNvPr id="77" name="TextBox 55">
            <a:extLst>
              <a:ext uri="{FF2B5EF4-FFF2-40B4-BE49-F238E27FC236}">
                <a16:creationId xmlns:a16="http://schemas.microsoft.com/office/drawing/2014/main" id="{BD6D09DF-473E-6F15-E6B0-C2D5A02F48D9}"/>
              </a:ext>
            </a:extLst>
          </p:cNvPr>
          <p:cNvSpPr txBox="1"/>
          <p:nvPr/>
        </p:nvSpPr>
        <p:spPr>
          <a:xfrm>
            <a:off x="1096470" y="8291075"/>
            <a:ext cx="4237531" cy="334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Conclusion &amp; Future Scope</a:t>
            </a:r>
          </a:p>
        </p:txBody>
      </p:sp>
      <p:sp>
        <p:nvSpPr>
          <p:cNvPr id="79" name="TextBox 57">
            <a:extLst>
              <a:ext uri="{FF2B5EF4-FFF2-40B4-BE49-F238E27FC236}">
                <a16:creationId xmlns:a16="http://schemas.microsoft.com/office/drawing/2014/main" id="{E790869F-EA8F-F61E-48EA-734CA649556A}"/>
              </a:ext>
            </a:extLst>
          </p:cNvPr>
          <p:cNvSpPr txBox="1"/>
          <p:nvPr/>
        </p:nvSpPr>
        <p:spPr>
          <a:xfrm>
            <a:off x="634800" y="8266152"/>
            <a:ext cx="432000" cy="33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118</Words>
  <Application>Microsoft Office PowerPoint</Application>
  <PresentationFormat>A4 Paper (210x297 mm)</PresentationFormat>
  <Paragraphs>54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Canva Sans</vt:lpstr>
      <vt:lpstr>Arial</vt:lpstr>
      <vt:lpstr>Bugaki</vt:lpstr>
      <vt:lpstr>Canva Sans Bold</vt:lpstr>
      <vt:lpstr>Times New Roman</vt:lpstr>
      <vt:lpstr>Calibri</vt:lpstr>
      <vt:lpstr>Lucida Console</vt:lpstr>
      <vt:lpstr>Lucida Console Semi-Bold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Blue Yellow Modern Geometric Business Proposal Cover A4 Document</dc:title>
  <dc:creator>Tosha</dc:creator>
  <cp:lastModifiedBy>Gunjan Patel</cp:lastModifiedBy>
  <cp:revision>5</cp:revision>
  <dcterms:created xsi:type="dcterms:W3CDTF">2006-08-16T00:00:00Z</dcterms:created>
  <dcterms:modified xsi:type="dcterms:W3CDTF">2026-10-02T15:56:54Z</dcterms:modified>
  <dc:identifier>DAG0Cnr75UA</dc:identifier>
</cp:coreProperties>
</file>